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252E"/>
    <a:srgbClr val="1C252E"/>
    <a:srgbClr val="08222F"/>
    <a:srgbClr val="CCB3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54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7ABF2-667C-E970-93DA-9562575926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B37300-E1C6-7D81-E5AD-78C65872D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6AC2A-85A7-6201-180E-6B6FC0856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79FB8-EEDD-4A99-BDD2-88FF4A0B03EE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C694B-1B01-42F3-3504-67C7B2AAC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0FC2D-F798-2A0B-04E4-DFCCE8D6D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034A9-FF3F-43B2-9398-ED6C7D8DAD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4223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36039-CC3E-4E89-E699-1CB81BF21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1D92A-032D-42B9-B582-8D94C2CBA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2F6D7-2FF0-AA26-C468-73D395B7D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79FB8-EEDD-4A99-BDD2-88FF4A0B03EE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D9B27-B369-4D1B-3CD6-8177F038F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C9273-0446-73C9-1D9D-15755950C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034A9-FF3F-43B2-9398-ED6C7D8DAD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9852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3070A-320A-3B2D-7C2D-84ABD541E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22C0C-4296-4586-7381-D8EA31DE7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58FD6-06E4-C1ED-C538-25C2E7F78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79FB8-EEDD-4A99-BDD2-88FF4A0B03EE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39F74-1F6A-B481-D30B-8BF71218C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84DCB-3B27-4E98-6B09-11BFF583C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034A9-FF3F-43B2-9398-ED6C7D8DAD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8979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78EFB-E9A6-D62F-121F-D428B936D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B1A1E-F7E4-86AD-CF30-A53DFC281E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5F3FEB-A46E-FDCD-CB9F-4C6921A520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1F834-2C44-6D26-3078-0351324FC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79FB8-EEDD-4A99-BDD2-88FF4A0B03EE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AD609-D4F4-EEB0-1606-38D2003D5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AD3CD-F40C-CCF7-B995-1370831F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034A9-FF3F-43B2-9398-ED6C7D8DAD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1571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77127-8EFA-2635-8095-C11A2FF1F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62C5F-731F-4428-3602-2B5F675E5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7FCB2B-73C5-BF41-30C6-540E93789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13FDAE-0FC3-AB06-84A5-A2A6D8CB86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524B4D-7DA9-D94A-C434-E5049CB6AE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24F865-C020-F6D3-C966-21F333AE4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79FB8-EEDD-4A99-BDD2-88FF4A0B03EE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B78130-7D27-FF80-35B4-084F7E1A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A06E99-3E9F-7D97-3014-2FB4C8637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034A9-FF3F-43B2-9398-ED6C7D8DAD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2994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9318D-7DF3-55B1-BE71-1B449ADBF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A2D12D-93F0-94C1-C1F8-1545CB293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79FB8-EEDD-4A99-BDD2-88FF4A0B03EE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5A3213-5DE6-F78B-D094-2F8712BBB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BD2CED-E9CC-282F-034D-4062451DB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034A9-FF3F-43B2-9398-ED6C7D8DAD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5640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7C6C50-CBC1-BC85-BFE6-26BD7640B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79FB8-EEDD-4A99-BDD2-88FF4A0B03EE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904387-592C-7917-EDDB-399122F1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C946F-9EB1-18B4-0ABC-5984CA07D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034A9-FF3F-43B2-9398-ED6C7D8DAD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9496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45F5A-58E6-22D3-E18E-CFA7BD7F0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60ADC-CC98-4B62-96EC-F65F7308B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8BBE11-E7A7-771E-B8C9-C1EE320EC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EA4807-A3E4-A5FD-7700-691E33A34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79FB8-EEDD-4A99-BDD2-88FF4A0B03EE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7F946-2A4C-DA2B-A142-24ED27498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50954-FE82-AB07-6FA7-AC7DA688C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034A9-FF3F-43B2-9398-ED6C7D8DAD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810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0F594-2FE0-3A6B-006B-C97145086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F0E7E1-660A-7C94-9AC0-B3B00E3843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1FEC77-70AC-BD28-EF4D-FB3970F5E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D6F448-FC68-1FE6-AAB4-B006BCAE6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79FB8-EEDD-4A99-BDD2-88FF4A0B03EE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7A631-A2EA-351D-CB3D-7636DA913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B064A-6C66-28C1-6493-A72D852B1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034A9-FF3F-43B2-9398-ED6C7D8DAD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0798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A49DA-74BF-DF08-99AB-F5C0AB07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9CF882-67F9-E95E-A47B-BB27CDA64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74CB4-CFF6-A497-5A02-8F73DA1ED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79FB8-EEDD-4A99-BDD2-88FF4A0B03EE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9CCA6-C1B2-573E-ACD2-E7FC94F3F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4A49C-0610-BD1C-9707-A7E8FE6BC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034A9-FF3F-43B2-9398-ED6C7D8DAD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0753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8EBC49-4F47-210B-21AF-06AD5FE898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5A1769-BA2B-7731-3C71-D545C9127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63754-A188-0009-B4B7-1F086E743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79FB8-EEDD-4A99-BDD2-88FF4A0B03EE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34F5F-F9CD-8285-8802-AA29ADB97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BAC3C-3C34-F759-9BC4-83034FAA8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034A9-FF3F-43B2-9398-ED6C7D8DAD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274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D32E44-BD57-B65D-C233-C1875A4B9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D080D-EE7C-65BE-B0EE-FFBB5FD1F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0B042-0532-438D-8ECE-666EEFDB69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79FB8-EEDD-4A99-BDD2-88FF4A0B03EE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1DCC7-933E-AF8E-C35D-BDAB6817BF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9A6CC-50F9-B882-558D-F2EF438CC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8034A9-FF3F-43B2-9398-ED6C7D8DAD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283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3C8E18-36E2-59FC-C7F4-5989B546D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363" y="0"/>
            <a:ext cx="82272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423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9464E41-3C64-F5C6-B127-20D8786C91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252E"/>
          </a:solidFill>
          <a:ln>
            <a:solidFill>
              <a:srgbClr val="1C25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3C8E18-36E2-59FC-C7F4-5989B546D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363" y="0"/>
            <a:ext cx="82272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6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9464E41-3C64-F5C6-B127-20D8786C91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52E"/>
          </a:solidFill>
          <a:ln>
            <a:solidFill>
              <a:srgbClr val="1C25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3C8E18-36E2-59FC-C7F4-5989B546D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422" y="1150374"/>
            <a:ext cx="5467156" cy="4557252"/>
          </a:xfrm>
          <a:prstGeom prst="rect">
            <a:avLst/>
          </a:prstGeom>
          <a:solidFill>
            <a:srgbClr val="1B252E"/>
          </a:solidFill>
          <a:ln>
            <a:solidFill>
              <a:srgbClr val="1C252E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8CB2E1-6DEA-E1E0-C1AE-0B166BFA242C}"/>
              </a:ext>
            </a:extLst>
          </p:cNvPr>
          <p:cNvSpPr txBox="1"/>
          <p:nvPr/>
        </p:nvSpPr>
        <p:spPr>
          <a:xfrm>
            <a:off x="2995889" y="1433543"/>
            <a:ext cx="620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CCB3A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O T S W O L D S   C A P I T A L</a:t>
            </a:r>
          </a:p>
        </p:txBody>
      </p:sp>
    </p:spTree>
    <p:extLst>
      <p:ext uri="{BB962C8B-B14F-4D97-AF65-F5344CB8AC3E}">
        <p14:creationId xmlns:p14="http://schemas.microsoft.com/office/powerpoint/2010/main" val="3815637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9464E41-3C64-F5C6-B127-20D8786C91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52E"/>
          </a:solidFill>
          <a:ln>
            <a:solidFill>
              <a:srgbClr val="1C25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3C8E18-36E2-59FC-C7F4-5989B546D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422" y="1150374"/>
            <a:ext cx="5467156" cy="4557252"/>
          </a:xfrm>
          <a:prstGeom prst="rect">
            <a:avLst/>
          </a:prstGeom>
          <a:solidFill>
            <a:srgbClr val="1B252E"/>
          </a:solidFill>
          <a:ln>
            <a:solidFill>
              <a:srgbClr val="1C252E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8CB2E1-6DEA-E1E0-C1AE-0B166BFA242C}"/>
              </a:ext>
            </a:extLst>
          </p:cNvPr>
          <p:cNvSpPr txBox="1"/>
          <p:nvPr/>
        </p:nvSpPr>
        <p:spPr>
          <a:xfrm>
            <a:off x="2995889" y="1321455"/>
            <a:ext cx="620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CCB3A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O T S W O L D 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3C7286-FE0A-120A-8F2A-C6B32E84B239}"/>
              </a:ext>
            </a:extLst>
          </p:cNvPr>
          <p:cNvSpPr txBox="1"/>
          <p:nvPr/>
        </p:nvSpPr>
        <p:spPr>
          <a:xfrm>
            <a:off x="2995889" y="5338294"/>
            <a:ext cx="620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CCB3A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A P I T A L</a:t>
            </a:r>
          </a:p>
        </p:txBody>
      </p:sp>
    </p:spTree>
    <p:extLst>
      <p:ext uri="{BB962C8B-B14F-4D97-AF65-F5344CB8AC3E}">
        <p14:creationId xmlns:p14="http://schemas.microsoft.com/office/powerpoint/2010/main" val="10301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Hardwicke</dc:creator>
  <cp:lastModifiedBy>Mark Hardwicke</cp:lastModifiedBy>
  <cp:revision>2</cp:revision>
  <dcterms:created xsi:type="dcterms:W3CDTF">2023-11-08T22:12:59Z</dcterms:created>
  <dcterms:modified xsi:type="dcterms:W3CDTF">2024-02-05T08:25:28Z</dcterms:modified>
</cp:coreProperties>
</file>